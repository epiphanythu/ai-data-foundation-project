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基于多源数据的个人贷款违约风险检测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中期汇报 | 多源数据融合与可解释风险分析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30175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数据科学课程项目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汇报人：汇报人A、汇报人B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2026年5月21日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研究动机：为什么违约风险不只是个人问题？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核心问题：环境与周期如何影响个人违约风险？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同样收入和信用评分的人，在不同地区违约风险相同吗？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不同经济周期（如2008金融危机vs2015年）下风险有何差异？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传统模型只看个人特征，忽略了地区经济和宏观周期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680960" cy="1371600"/>
          </a:xfrm>
          <a:prstGeom prst="rect">
            <a:avLst/>
          </a:prstGeom>
          <a:solidFill>
            <a:srgbClr val="FFF4E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如果两个人收入相同、信用评分相同，一个住在密西西比州，一个住在加州；一个在2008年贷款，一个在2015年贷款；他们的违约风险会一样吗？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研究价值：兼顾科学意义与实际应用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4114800"/>
          </a:xfrm>
          <a:prstGeom prst="rect">
            <a:avLst/>
          </a:prstGeom>
          <a:solidFill>
            <a:srgbClr val="F0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科学意义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验证三层风险模型：违约风险 = 个人特征 + 地区经济 + 宏观周期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回答"地区经济和宏观环境是否独立影响个人违约风险"的学术问题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为多源数据融合提供方法论基础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4114800"/>
          </a:xfrm>
          <a:prstGeom prst="rect">
            <a:avLst/>
          </a:prstGeom>
          <a:solidFill>
            <a:srgbClr val="FFF8D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实际价值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帮助金融机构降低坏账损失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改善风险定价公平性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为借款人提供更合理的信用定价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三大技术挑战：规模、标签与融合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挑战一：数据规模大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Lending Club 2.8GB CSV文件，226万条记录，151个字段，一次性读取导致内存溢出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挑战二：标签复杂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贷款状态有10多种（Fully Paid, Charged Off, Current, Late...），未完结状态无法判断最终违约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挑战三：多源数据粒度不一致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个人级别贷款数据 + 50州级平均数据 + 国家宏观时间序列，如何有效融合？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相关工作：现有方法的局限性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三类现有方法各有优势，但均存在明显局限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20116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方法类型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代表技术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局限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传统信用评分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FICO、收入、负债率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解释性强，易于理解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只看个人，忽略环境和周期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机器学习预测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LR、RF、XGBoost、神经网络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预测能力强，准确率高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黑盒化，缺乏可解释性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多源风险分析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地区收入、失业率、利率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视角全面，贴近实际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数据对齐困难，缺乏控制变量分析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本研究定位：补充外部维度，强化可解释性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solidFill>
            <a:srgbClr val="F0F8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不是取代传统方法，而是补充地区经济和宏观周期维度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先做好数据清洗、融合、可解释统计分析，再考虑预测模型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强调多源数据的增量价值和可解释洞察，而非单纯追求预测准确率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数据与方法：四源融合与可解释分析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四源数据融合：覆盖个人、州级、宏观三个维度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749040" cy="1005840"/>
          </a:xfrm>
          <a:prstGeom prst="rect">
            <a:avLst/>
          </a:prstGeom>
          <a:solidFill>
            <a:srgbClr val="F0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Lending Club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226万条，151字段 | 个体贷款记录、违约标签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2468880"/>
            <a:ext cx="3749040" cy="1005840"/>
          </a:xfrm>
          <a:prstGeom prst="rect">
            <a:avLst/>
          </a:prstGeom>
          <a:solidFill>
            <a:srgbClr val="FFF8D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2560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FRED 宏观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47季度，3指标 | 联邦基金利率、CPI、失业率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3749040" cy="1005840"/>
          </a:xfrm>
          <a:prstGeom prst="rect">
            <a:avLst/>
          </a:prstGeom>
          <a:solidFill>
            <a:srgbClr val="F0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USDA 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50州，3指标 | 州级收入、贫困率、失业率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4846320"/>
            <a:ext cx="3749040" cy="1005840"/>
          </a:xfrm>
          <a:prstGeom prst="rect">
            <a:avLst/>
          </a:prstGeom>
          <a:solidFill>
            <a:srgbClr val="FFF8D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4937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Home Credit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5303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30万条，122字段 | 补充信贷场景对照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数据融合成果：136万样本×50州×47季度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1,367,578 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已完结样本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排除Current等未完结状态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个州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州级覆盖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完整州级匹配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季度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时间跨度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2007-Q2 至 2018-Q4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743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州 + 季度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聚合维度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520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双重聚合分析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方法一：流式处理解决大规模数据加载问题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FFE6E6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2.8GB CSV文件一次性读取导致内存溢出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solidFill>
            <a:srgbClr val="E6F7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pandas.read_csv(chunksize=10000) 逐块处理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每次只读1万条，处理完成后丢弃，内存占用始终保持在低水平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方法二：严格违约标签构造确保结论可靠性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FFE6E6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贷款状态有10多种，Current（正在还款）将来是否违约未知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solidFill>
            <a:srgbClr val="E6F7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只保留已完结状态：Fully Paid（全额还款）、Charged Off（核销）、Default（违约）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从226万条筛选出136万条已完结样本，标签质量显著提高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方法三：时间对齐匹配贷款发放时的宏观环境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FFE6E6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贷款数据跨越2007-2018年，FRED数据为月度频率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solidFill>
            <a:srgbClr val="E6F7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FRED月度数据取季度最后一个月值，与贷款发放季度对齐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匹配发放时的宏观环境，避免使用未来数据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方法四：残差分析证明地区经济的独立解释力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FFE6E6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观察到贫困率高的州违约率高，但可能是因为这些州高风险贷款更多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solidFill>
            <a:srgbClr val="E6F7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残差分析法：①建立利率→违约率模型 ②计算预期违约率 ③残差=实际-预期 ④分析残差与贫困率相关性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控制利率后相关性从0.398降至0.362，仍然显著，证明地区经济有独立解释力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核心发现：五组实证结果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发现一：贷款等级强区分违约风险，A与G相差8倍</a:t>
            </a:r>
            <a:endParaRPr lang="en-US" sz="2200" dirty="0"/>
          </a:p>
        </p:txBody>
      </p:sp>
      <p:pic>
        <p:nvPicPr>
          <p:cNvPr id="3" name="Image 0" descr="/Users/bytedance/Desktop/DB/outputs/figures/lc_default_rate_by_gr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188720"/>
            <a:ext cx="301752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783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A等级违约率仅6.57%，G等级高达51.57%，相差近8倍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52160" y="2788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违约率随等级上升呈明显单调递增趋势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3794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Lending Club的风险定价体系是有效的，等级是强分层工具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发现二：利率与违约高度相关，反映平台风险定价能力</a:t>
            </a:r>
            <a:endParaRPr lang="en-US" sz="2200" dirty="0"/>
          </a:p>
        </p:txBody>
      </p:sp>
      <p:pic>
        <p:nvPicPr>
          <p:cNvPr id="3" name="Image 0" descr="/Users/bytedance/Desktop/DB/outputs/figures/lc_default_rate_by_interest_b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188720"/>
            <a:ext cx="301752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783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低利率（&lt;8%）违约率6.38%，高利率（≥24%）违约率48.56%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52160" y="2788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违约率随利率上升几乎呈线性增长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3794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利率定价已包含风险判断，但仍有额外维度可探索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发现三：宏观金融环境与违约率季度相关系数达0.844</a:t>
            </a:r>
            <a:endParaRPr lang="en-US" sz="2200" dirty="0"/>
          </a:p>
        </p:txBody>
      </p:sp>
      <p:pic>
        <p:nvPicPr>
          <p:cNvPr id="3" name="Image 0" descr="/Users/bytedance/Desktop/DB/outputs/figures/lc_fred_quarterly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188720"/>
            <a:ext cx="301752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783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联邦基金利率与违约率的季度相关系数为0.844，显示高度相关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52160" y="2788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两条曲线趋势高度一致，反映宏观周期对个人违约的系统性影响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3794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【重要说明】此为相关性分析，不能简单解释为因果关系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发现四：地区经济具有独立于个人特征的解释力</a:t>
            </a:r>
            <a:endParaRPr lang="en-US" sz="2200" dirty="0"/>
          </a:p>
        </p:txBody>
      </p:sp>
      <p:pic>
        <p:nvPicPr>
          <p:cNvPr id="3" name="Image 0" descr="/Users/bytedance/Desktop/DB/outputs/figures/lc_state_default_residual_interest_vs_pover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188720"/>
            <a:ext cx="301752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783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原始相关（贫困率vs违约率）：r = 0.398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52160" y="2788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控制州级平均利率后：r = 0.362，仍然显著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3794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控制州级平均FICO后：r = 0.459，相关性反而更强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0" y="4800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结论：即使信用评分和利率相同，生活在高贫困率州的个人违约风险仍然更高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发现五：组合风险分层识别超高风险人群</a:t>
            </a:r>
            <a:endParaRPr lang="en-US" sz="2200" dirty="0"/>
          </a:p>
        </p:txBody>
      </p:sp>
      <p:pic>
        <p:nvPicPr>
          <p:cNvPr id="3" name="Image 0" descr="/Users/bytedance/Desktop/DB/outputs/figures/lc_top_risk_grade_purpose_seg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0292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188720"/>
            <a:ext cx="301752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783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G等级 × debt_consolidation（债务整合）违约率高达52.99%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52160" y="2788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每两笔此类贷款就有一笔违约，属于极高风险组合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3794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实际应用：风控部门可直接识别此类组合进行严格审核或差异化定价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进度汇报：按计划完成中期目标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项目进展：各阶段均按计划完成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开题与问题定义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4/20–4/30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完成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项目仓库与数据说明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5/15–5/18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完成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Lending Club EDA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5/18–5/19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完成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FRED/ERS 数据融合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5/19–5/20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完成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风险分层分析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完成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Credit 数据下载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完成 当前节点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控制变量建模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5/21–5/27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9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进行中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最终可视化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5/27–6/3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⏳ 计划中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最终报告与答辩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6/3–6/17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⏳ 计划中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奏效部分：四项关键技术成功落地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74904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大型CSV流式处理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使用chunksize=10000逐块处理，避免内存溢出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371600"/>
            <a:ext cx="374904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贷款状态过滤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874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排除Current等未完结状态，确保标签质量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74904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多源数据融合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州代码映射和时间对齐逻辑实现正确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651760"/>
            <a:ext cx="374904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可视化成果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3154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生成28张图表和45+张统计表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受阻部分：两项限制均有明确应对方案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限制一：Home Credit需要网页授权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问题：Kaggle API返回403 | 解决：手动接受规则后成功下载 | 影响：不影响主线，HC为可选补充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限制二：当前为相关性分析，非因果推断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问题：无法从相关性推断因果关系 | 解决：下一阶段加入控制变量模型，谨慎表述结论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后续计划：建模与可视化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后续计划：三个阶段推进项目完成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371600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多源控制变量建模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负责人: 同学B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产出: 模型结果、增量贡献分析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371600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最终可视化与结论提炼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负责人: 同学A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产出: 报告图表、核心结论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1371600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06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PPT/报告/视频打磨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负责人: 同学B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4754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产出: 最终提交物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风险管理：每个风险均有备选方案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已解决 Home Credit授权受限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影响: 数据可能无法获取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备选: 已有LC+FRED+ERS主线，HC为可选补充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进行中 相关性≠因果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影响: 解释力度有限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备选: 加入控制变量模型，谨慎表述结论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9C4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备用 时间紧张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影响: 建模可能简化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备选: 保证多源分析完整性，模型可作为扩展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754880"/>
            <a:ext cx="7680960" cy="1005840"/>
          </a:xfrm>
          <a:prstGeom prst="rect">
            <a:avLst/>
          </a:prstGeom>
          <a:solidFill>
            <a:srgbClr val="FFF9C4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备用 多源变量提升不显著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影响: 结论不够强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394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备选: 强调方法论价值和可解释洞察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结论：违约风险是个人、地区与宏观的复合结果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等级是强风险分层工具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A等级6.57% vs G等级51.57%，相差8倍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宏观环境与违约高度相关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联邦基金利率季度相关系数0.844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地区经济有独立解释力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控制贷款结构后，贫困率仍相关0.362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多源融合能精确识别高风险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G×debt_consolidation违约率52.99%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感谢聆听，欢迎提问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项目仓库: github.com/Epiphanythu/ai-data-foundation-project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欢迎提问与交流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数据科学课程项目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基于多源数据的个人贷款违约风险检测 - 中期汇报</dc:title>
  <dc:subject>PptxGenJS Presentation</dc:subject>
  <dc:creator>贷款违约风险检测项目组</dc:creator>
  <cp:lastModifiedBy>贷款违约风险检测项目组</cp:lastModifiedBy>
  <cp:revision>1</cp:revision>
  <dcterms:created xsi:type="dcterms:W3CDTF">2026-05-20T13:35:29Z</dcterms:created>
  <dcterms:modified xsi:type="dcterms:W3CDTF">2026-05-20T13:35:29Z</dcterms:modified>
</cp:coreProperties>
</file>