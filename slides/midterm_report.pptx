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/Relationships>
</file>

<file path=ppt/slides/_rels/slide1.xml.rels><?xml version="1.0" encoding="UTF-8" standalone="yes"?>
<Relationships xmlns="http://schemas.openxmlformats.org/package/2006/relationships"></Relationships>
</file>

<file path=ppt/slides/_rels/slide2.xml.rels><?xml version="1.0" encoding="UTF-8" standalone="yes"?>
<Relationships xmlns="http://schemas.openxmlformats.org/package/2006/relationships"></Relationships>
</file>

<file path=ppt/slides/_rels/slide3.xml.rels><?xml version="1.0" encoding="UTF-8" standalone="yes"?>
<Relationships xmlns="http://schemas.openxmlformats.org/package/2006/relationships"></Relationships>
</file>

<file path=ppt/slides/_rels/slide4.xml.rels><?xml version="1.0" encoding="UTF-8" standalone="yes"?>
<Relationships xmlns="http://schemas.openxmlformats.org/package/2006/relationships"></Relationships>
</file>

<file path=ppt/slides/_rels/slide5.xml.rels><?xml version="1.0" encoding="UTF-8" standalone="yes"?>
<Relationships xmlns="http://schemas.openxmlformats.org/package/2006/relationships"></Relationships>
</file>

<file path=ppt/slides/_rels/slide6.xml.rels><?xml version="1.0" encoding="UTF-8" standalone="yes"?>
<Relationships xmlns="http://schemas.openxmlformats.org/package/2006/relationships"></Relationships>
</file>

<file path=ppt/slides/_rels/slide7.xml.rels><?xml version="1.0" encoding="UTF-8" standalone="yes"?>
<Relationships xmlns="http://schemas.openxmlformats.org/package/2006/relationships"></Relationships>
</file>

<file path=ppt/slides/_rels/slide8.xml.rels><?xml version="1.0" encoding="UTF-8" standalone="yes"?>
<Relationships xmlns="http://schemas.openxmlformats.org/package/2006/relationships"><Relationship Id="rId2" Type="http://schemas.openxmlformats.org/officeDocument/2006/relationships/image" Target="../media/image1.png"/></Relationships>
</file>

<file path=ppt/slides/_rels/slide9.xml.rels><?xml version="1.0" encoding="UTF-8" standalone="yes"?>
<Relationships xmlns="http://schemas.openxmlformats.org/package/2006/relationships"><Relationship Id="rId2" Type="http://schemas.openxmlformats.org/officeDocument/2006/relationships/image" Target="../media/image2.png"/></Relationships>
</file>

<file path=ppt/slides/_rels/slide10.xml.rels><?xml version="1.0" encoding="UTF-8" standalone="yes"?>
<Relationships xmlns="http://schemas.openxmlformats.org/package/2006/relationships"><Relationship Id="rId2" Type="http://schemas.openxmlformats.org/officeDocument/2006/relationships/image" Target="../media/image3.png"/></Relationships>
</file>

<file path=ppt/slides/_rels/slide11.xml.rels><?xml version="1.0" encoding="UTF-8" standalone="yes"?>
<Relationships xmlns="http://schemas.openxmlformats.org/package/2006/relationships"></Relationships>
</file>

<file path=ppt/slides/_rels/slide12.xml.rels><?xml version="1.0" encoding="UTF-8" standalone="yes"?>
<Relationships xmlns="http://schemas.openxmlformats.org/package/2006/relationships"></Relationships>
</file>

<file path=ppt/slides/_rels/slide13.xml.rels><?xml version="1.0" encoding="UTF-8" standalone="yes"?>
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22960" y="1508760"/>
            <a:ext cx="10607040" cy="13716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800" b="1">
                <a:solidFill>
                  <a:srgbClr val="111827"/>
                </a:solidFill>
                <a:latin typeface="Arial"/>
                <a:ea typeface="Microsoft YaHei"/>
              </a:rPr>
              <a:t>基于多源数据的个人贷款</a:t>
            </a:r>
          </a:p>
          <a:p>
            <a:r>
              <a:rPr lang="zh-CN" sz="3800" b="1">
                <a:solidFill>
                  <a:srgbClr val="111827"/>
                </a:solidFill>
                <a:latin typeface="Arial"/>
                <a:ea typeface="Microsoft YaHei"/>
              </a:rPr>
              <a:t>违约风险检测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4400" y="3291840"/>
            <a:ext cx="9875520" cy="109728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200">
                <a:solidFill>
                  <a:srgbClr val="374151"/>
                </a:solidFill>
                <a:latin typeface="Arial"/>
                <a:ea typeface="Microsoft YaHei"/>
              </a:rPr>
              <a:t>AI Data Foundation 中期汇报</a:t>
            </a:r>
          </a:p>
          <a:p>
            <a:r>
              <a:rPr lang="zh-CN" sz="2200">
                <a:solidFill>
                  <a:srgbClr val="374151"/>
                </a:solidFill>
                <a:latin typeface="Arial"/>
                <a:ea typeface="Microsoft YaHei"/>
              </a:rPr>
              <a:t>日期：2026-05-21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4400" y="5029200"/>
            <a:ext cx="9875520" cy="5486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800">
                <a:solidFill>
                  <a:srgbClr val="6B7280"/>
                </a:solidFill>
                <a:latin typeface="Arial"/>
                <a:ea typeface="Microsoft YaHei"/>
              </a:rPr>
              <a:t>小组成员：请替换为实际姓名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研究动机：为什么需要多源风险检测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1060704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个人贷款违约会造成金融机构坏账损失，也影响借款人信用定价。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传统信用评估主要依赖个人信用与贷款记录，容易忽略环境因素。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核心观点：违约风险不仅由个人决定，也受到地区经济与宏观金融周期影响。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研究问题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1060704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如何整合个人信贷、地区经济与宏观金融数据？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如何解决多源异构数据在时间和空间粒度上的对齐问题？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多源变量是否能提供比单一贷款数据更可靠、更可解释的风险洞察？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相关工作与项目定位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1060704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传统信用评分关注 FICO、收入、负债率和信用历史。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机器学习违约预测强调分类效果，但解释性和数据来源常被弱化。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本项目重点展示真实数据获取、清洗、融合、统计分析和可解释洞察。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数据集与当前状态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1060704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Lending Club：贷款状态、等级、利率、收入、州、发放时间；待手动下载。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Home Credit：信贷申请人与历史特征；作为补充对照数据。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ACS：州/县级收入、贫困率、就业等区域变量。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Fed：利率、通胀等宏观变量。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中期已完成脚本接入约定和样例多源流程。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数据流水线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1060704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数据获取：Kaggle 手动下载，ACS/Fed 外部数据后续接入。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数据探索：规模、字段、缺失值、标签分布。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数据清洗：字段标准化、缺失值统计、异常值检查。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多源融合：按州连接区域经济数据，按年份连接宏观数据。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SQL 聚合与可视化：输出表格和 PNG 图表。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当前进度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1060704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已建立可提交代码库结构和 README。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已提供 Kaggle 数据放置说明。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已实现 src/run_midterm_pipeline.py。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无 Kaggle 数据时仍可生成样例融合数据、统计表和图表。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放入贷款 CSV 后可自动生成贷款概览、缺失率和标签分布。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样例结果：贷款等级与违约率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548640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按贷款等级聚合样例违约率。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用于展示未来真实 Lending Club 数据中的信用等级风险分析方式。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最终结论需在真实数据下载后重新运行生成。</a:t>
            </a:r>
          </a:p>
        </p:txBody>
      </p:sp>
      <p:pic>
        <p:nvPicPr>
          <p:cNvPr id="4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0" y="1325880"/>
            <a:ext cx="51206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样例结果：宏观金融指标趋势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548640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按年份组织联邦基金利率与通胀率。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用于说明宏观环境如何进入贷款风险分析框架。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后续将与真实贷款发放时间进行年度或季度级对齐。</a:t>
            </a:r>
          </a:p>
        </p:txBody>
      </p:sp>
      <p:pic>
        <p:nvPicPr>
          <p:cNvPr id="4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0" y="1325880"/>
            <a:ext cx="51206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样例结果：州级违约风险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548640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按州聚合样例贷款数量与违约率。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使用 SQLite SQL 完成州级统计。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后续将接入 ACS 收入、贫困率、失业率等真实区域变量。</a:t>
            </a:r>
          </a:p>
        </p:txBody>
      </p:sp>
      <p:pic>
        <p:nvPicPr>
          <p:cNvPr id="4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0" y="1325880"/>
            <a:ext cx="51206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风险与备选方案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1060704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Kaggle 数据下载慢：先展示样例流程，下载后补跑。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数据量过大：先抽样分析，再保留抽样策略说明。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多源粒度不一致：降到州级、年度/季度级对齐。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模型效果不明显：强调解释性分析和多源变量贡献。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后续计划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1060704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5/22–5/26：下载 Lending Club / Home Credit，完成字段筛选和基础清洗。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5/27–6/1：接入真实 ACS / Fed 数据，完成州级和时间级融合。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6/2–6/6：完成统计分析、可视化和单源/多源对比。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6/7–6/10：完成最终汇报 PPT 和展示材料。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6/11–6/17：完成最终报告、代码整理和演示视频。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000" b="1">
                <a:solidFill>
                  <a:srgbClr val="111827"/>
                </a:solidFill>
                <a:latin typeface="Arial"/>
                <a:ea typeface="Microsoft YaHei"/>
              </a:rPr>
              <a:t>小组分工与总结</a:t>
            </a:r>
          </a:p>
        </p:txBody>
      </p:sp>
      <p:sp>
        <p:nvSpPr>
          <p:cNvPr id="3" name="Bullets 3"/>
          <p:cNvSpPr txBox="1"/>
          <p:nvPr/>
        </p:nvSpPr>
        <p:spPr>
          <a:xfrm>
            <a:off x="685800" y="1143000"/>
            <a:ext cx="10607040" cy="4389120"/>
          </a:xfrm>
          <a:prstGeom prst="rect">
            <a:avLst/>
          </a:prstGeom>
          <a:noFill/>
        </p:spPr>
        <p:txBody>
          <a:bodyPr wrap="square"/>
          <a:lstStyle/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成员 A：贷款数据获取与清洗。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成员 B：外部数据与多源融合。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成员 C：可视化、汇报与答辩准备。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中期已完成项目骨架、样例多源融合流水线和可展示图表。</a:t>
            </a:r>
          </a:p>
          <a:p>
            <a:pPr marL="342900" indent="-171450">
              <a:buChar char="•"/>
            </a:pPr>
            <a:r>
              <a:rPr lang="zh-CN" sz="2000">
                <a:solidFill>
                  <a:srgbClr val="374151"/>
                </a:solidFill>
                <a:latin typeface="Arial"/>
                <a:ea typeface="Microsoft YaHei"/>
              </a:rPr>
              <a:t>下一阶段重点是接入真实数据并形成可靠结论。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Claude Code</Application>
  <Slides>13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基于多源数据的个人贷款违约风险检测</dc:title>
  <dc:creator>AI Data Foundation Project Team</dc:creator>
</cp:coreProperties>
</file>