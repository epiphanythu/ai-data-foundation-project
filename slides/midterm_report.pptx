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_rels/slide7.xml.rels><?xml version="1.0" encoding="UTF-8" standalone="yes"?>
<Relationships xmlns="http://schemas.openxmlformats.org/package/2006/relationships"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3.png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5.png"/></Relationships>
</file>

<file path=ppt/slides/_rels/slide13.xml.rels><?xml version="1.0" encoding="UTF-8" standalone="yes"?>
<Relationships xmlns="http://schemas.openxmlformats.org/package/2006/relationships"></Relationships>
</file>

<file path=ppt/slides/_rels/slide14.xml.rels><?xml version="1.0" encoding="UTF-8" standalone="yes"?>
<Relationships xmlns="http://schemas.openxmlformats.org/package/2006/relationships"></Relationships>
</file>

<file path=ppt/slides/_rels/slide15.xml.rels><?xml version="1.0" encoding="UTF-8" standalone="yes"?>
<Relationships xmlns="http://schemas.openxmlformats.org/package/2006/relationships"></Relationships>
</file>

<file path=ppt/slides/_rels/slide16.xml.rels><?xml version="1.0" encoding="UTF-8" standalone="yes"?>
<Relationships xmlns="http://schemas.openxmlformats.org/package/2006/relationships"></Relationships>
</file>

<file path=ppt/slides/_rels/slide17.xml.rels><?xml version="1.0" encoding="UTF-8" standalone="yes"?>
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960" y="1508760"/>
            <a:ext cx="10607040" cy="137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800" b="1">
                <a:solidFill>
                  <a:srgbClr val="111827"/>
                </a:solidFill>
                <a:latin typeface="Arial"/>
                <a:ea typeface="Microsoft YaHei"/>
              </a:rPr>
              <a:t>基于多源数据的个人贷款</a:t>
            </a:r>
          </a:p>
          <a:p>
            <a:r>
              <a:rPr lang="zh-CN" sz="3800" b="1">
                <a:solidFill>
                  <a:srgbClr val="111827"/>
                </a:solidFill>
                <a:latin typeface="Arial"/>
                <a:ea typeface="Microsoft YaHei"/>
              </a:rPr>
              <a:t>违约风险检测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3291840"/>
            <a:ext cx="9875520" cy="10972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>
                <a:solidFill>
                  <a:srgbClr val="374151"/>
                </a:solidFill>
                <a:latin typeface="Arial"/>
                <a:ea typeface="Microsoft YaHei"/>
              </a:rPr>
              <a:t>AI Data Foundation 中期汇报</a:t>
            </a:r>
          </a:p>
          <a:p>
            <a:r>
              <a:rPr lang="zh-CN" sz="2200">
                <a:solidFill>
                  <a:srgbClr val="374151"/>
                </a:solidFill>
                <a:latin typeface="Arial"/>
                <a:ea typeface="Microsoft YaHei"/>
              </a:rPr>
              <a:t>日期：2026-05-21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5029200"/>
            <a:ext cx="987552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800">
                <a:solidFill>
                  <a:srgbClr val="6B7280"/>
                </a:solidFill>
                <a:latin typeface="Arial"/>
                <a:ea typeface="Microsoft YaHei"/>
              </a:rPr>
              <a:t>小组成员：请替换为实际姓名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研究动机：贷款违约不只是个人问题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个人贷款违约会造成金融机构坏账损失，也影响借款人信用定价。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同样收入和信用等级的人，在不同地区经济环境、利率周期下可能有不同违约概率。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核心问题：能否用个人信贷 + 地区经济 + 宏观金融数据，形成更可靠、更可解释的风险洞察？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项目挑战：真实金融数据为什么难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数据规模大：Lending Club accepted 数据 2,260,701 条、151 个字段。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标签复杂：Current 等未完结贷款不能简单视为不违约。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多源融合难：贷款是个人/时间粒度，ACS 是地区粒度，Fed 是宏观时间序列。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解释性要求高：不仅要算出结果，还要讲清楚为什么。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相关工作与局限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传统信用评分：FICO、收入、负债率，解释性强但偏重个体信息。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机器学习违约预测：Logistic Regression、Random Forest、XGBoost，预测强但容易黑盒化。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多源金融风险分析：加入地区收入、失业率、利率、通胀，但数据对齐和口径一致性困难。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本项目定位：先完成真实数据清洗、融合、统计分析和可解释洞察。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数据集与中期状态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Lending Club：已下载并完成真实数据初步分析。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Home Credit：Kaggle competition 需网页端接受 rules 后继续下载。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ACS 区域经济数据：下一阶段接入州/县级收入、贫困率、就业等变量。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Fed 宏观金融数据：下一阶段接入利率、通胀、失业率等变量。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数据流水线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Kaggle 原始数据下载到 data/raw，不上传 GitHub。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字段检查与缺失率统计。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贷款状态过滤：保留 Fully Paid / Charged Off / Default 等可判断最终结果的状态。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按等级、年份、州、利率、收入、DTI、FICO 聚合违约率。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输出 CSV 统计表与 PNG 图表，下一阶段接入 ACS/Fed。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当前进度：已经从框架推进到真实数据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GitHub 仓库、README、数据说明和运行脚本已完成。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已读取 2,260,701 条 Lending Club accepted 贷款记录。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筛选 1,367,578 条已完结记录用于违约率统计。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已生成真实统计表和图表：等级、利率、FICO、年份、州。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当前节点：完成单一真实信贷数据源分析，下一步进入多源融合。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真实发现 1：贷款等级与违约率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548640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贷款等级风险呈明显梯度。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A 等级违约率约 6.57%。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G 等级违约率约 51.57%。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说明平台等级体系对违约风险有强区分力，是后续多源分析的个体风险基准。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1206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真实发现 2：利率与违约率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548640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利率越高，违约率越高。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&lt;8% 利率分箱违约率约 6.38%。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&gt;=24% 利率分箱违约率约 48.56%。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说明定价包含风险补偿，但高风险贷款仍有明显违约集中。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1206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真实发现 3：FICO 与违约率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548640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FICO 分数越低，违约率通常越高。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传统信用评分仍有明显解释力。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多源数据的价值不是替代 FICO，而是补充地区经济和宏观环境信息。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1206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真实发现 4：时间趋势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548640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按发放年份统计违约率，可以观察不同信贷周期下的风险变化。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后续将与 Fed 利率、通胀、失业率做年度/季度级对齐。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目标：解释宏观环境是否能解释时间维度的风险波动。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1206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真实发现 5：州级差异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548640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州级违约率存在明显地区差异。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样本量超过 1000 的州中，MS 违约率最高，约 28.37%。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后续将接入 ACS 收入、贫困率、就业等指标解释地区差异。</a:t>
            </a:r>
          </a:p>
        </p:txBody>
      </p:sp>
      <p:pic>
        <p:nvPicPr>
          <p:cNvPr id="4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1206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哪些尝试奏效，哪些没有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奏效：Lending Club 大型 CSV 已成功流式处理，避免一次性加载内存。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奏效：贷款状态过滤避免把 Current 等未完结状态误判为不违约。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奏效：真实数据图表已可直接用于中期汇报。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受阻：Home Credit 需要先网页端接受 Kaggle competition rules。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待完成：ACS/Fed 真实外部数据尚未融合。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项目甘特图与当前节点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4/20–4/30：开题与问题定义 — 已完成。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5/15–5/18：项目仓库与数据说明 — 已完成。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5/18–5/19：Lending Club 下载与初步 EDA — 已完成，当前节点。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5/20–5/27：Home Credit / ACS / Fed 接入 — 进行中。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5/27–6/3：多源融合与对比分析 — 未开始。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6/3–6/17：最终可视化、报告、视频和提交 — 未开始。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后续计划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5/20–5/22：完成 Home Credit 授权下载；若仍失败，作为补充项。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5/22–5/27：下载 ACS/Fed 数据，统一州代码和年份/季度口径。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5/27–6/3：Lending Club 与 ACS/Fed 做州级、时间级融合。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6/3–6/8：完成最终可视化、核心结论和报告初稿。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6/8–6/17：打磨最终 PPT、报告、视频和代码仓库。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风险与备选方案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Home Credit 需网页授权：先以 Lending Club + ACS + Fed 完成主线。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ACS/Fed 粒度不一致：降到州级、年度/季度级对齐。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本地处理大文件慢：继续使用流式 CSV 统计和抽样分析。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多源变量提升不明显：强调解释性洞察，报告变量边际贡献和局限。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000" b="1">
                <a:solidFill>
                  <a:srgbClr val="111827"/>
                </a:solidFill>
                <a:latin typeface="Arial"/>
                <a:ea typeface="Microsoft YaHei"/>
              </a:rPr>
              <a:t>总结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685800" y="1143000"/>
            <a:ext cx="10607040" cy="438912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中期阶段已经完成真实 Lending Club 数据分析。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当前已有可复现代码、GitHub 仓库、统计表和真实图表。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核心初步结论：等级、利率、FICO、地区都与违约风险存在显著关联。</a:t>
            </a:r>
          </a:p>
          <a:p>
            <a:pPr marL="342900" indent="-171450">
              <a:buChar char="•"/>
            </a:pPr>
            <a:r>
              <a:rPr lang="zh-CN" sz="2000">
                <a:solidFill>
                  <a:srgbClr val="374151"/>
                </a:solidFill>
                <a:latin typeface="Arial"/>
                <a:ea typeface="Microsoft YaHei"/>
              </a:rPr>
              <a:t>下一阶段重点：接入 ACS/Fed，解释地区和宏观环境如何影响违约风险。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Claude Code</Application>
  <Slides>17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基于多源数据的个人贷款违约风险检测</dc:title>
  <dc:creator>AI Data Foundation Project Team</dc:creator>
</cp:coreProperties>
</file>