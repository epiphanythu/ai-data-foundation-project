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基于多源数据的个人贷款违约风险检测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9E795"/>
                </a:solidFill>
              </a:defRPr>
            </a:pPr>
            <a:r>
              <a:t>Multi-Source Data Fusion for Loan Default Risk Detection</a:t>
            </a:r>
          </a:p>
          <a:p>
            <a:r>
              <a:t>中期汇报 | 2026-05-21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Data Foundation Project | 2026-05-21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研究动机与问题定义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核心研究问题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🤔 同样收入、同样信用评分的两个人，违约风险会一样吗？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• 一个住在密西西比州（贫困率19%），一个住在加州（贫困率13%）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• 一个在2008年低利率时期贷款，一个在2006年高利率时期贷款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📊 传统模型：违约风险 = f(个人特征)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🎯 本研究：违约风险 = f(个人特征 + 地区经济 + 宏观周期)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为什么这项研究重要？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5720" cy="36576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📊 实际价值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个人贷款违约直接影响金融机构坏账损失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影响借款人的信用定价和融资成本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风险定价不准会导致不公平现象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多源数据可以提升定价精准度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45720" cy="36576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6167"/>
                </a:solidFill>
              </a:defRPr>
            </a:pPr>
            <a:r>
              <a:t>🎯 科学问题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地区经济如何影响个人违约风险？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宏观周期与个人风险有何关系？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各层变量的独立解释力有多大？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多源融合能带来多少增量价值？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项目面临的核心挑战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📁 挑战一：数据规模大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Lending Club: 226万条记录，151个字段，文件2.8GB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🏷️ 挑战二：标签复杂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贷款状态有10多种：Fully Paid, Charged Off, Current, Late...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未完结状态无法判断最终是否违约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🔗 挑战三：多源数据粒度不一致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贷款数据(个人级) ← 州级数据(50州) ← 宏观数据(时间序列)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相关工作与定位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现有方法对比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1887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方法类型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代表技术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局限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传统信用评分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FICO、收入、负债率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解释性强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只看个人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机器学习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LR、RF、XGBoost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预测能力强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容易黑盒化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多源分析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地区收入、失业率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视角全面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数据对齐难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本研究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个体+地区+宏观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先做可解释分析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再考虑预测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数据全景与融合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四源数据融合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1887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数据源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记录数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变量数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Lending 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226万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个体贷款记录、违约标签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FRED 宏观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47季度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联邦基金利率、CPI、失业率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USDA 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50州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州级收入、贫困率、失业率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Home Credit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30万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122+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补充信贷场景对照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数据融合成果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已完结样本筛选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从 2,260,701 条原始记录 → 1,367,578 条已完结样本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排除 Current、Late 等未完结状态，确保标签质量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时空完整覆盖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50 个州：完整匹配州级经济数据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47 个季度：2007-Q2 至 2018-Q4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多源对齐完成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个人级 ←→ 州级数据（通过 addr_state）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个人级 ←→ 宏观数据（通过 issue_quarter）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方法论与技术实现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657600"/>
            <a:ext cx="8074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Methodology &amp;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五层技术架构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Layer 1: 数据获取层                                 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Kaggle API + FRED API + USDA ERS 爬取                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                           ↓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Layer 2: 数据清洗层   流式CSV | 状态过滤 | 缺失值处理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                           ↓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Layer 3: 特征工程层   标签构造 | 时间提取 | 州级聚合 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                           ↓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Layer 4: 多源融合层   州匹配 | 季度对齐 | 残差计算   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                           ↓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│ Layer 5: 统计分析层   分组聚合 | 相关系数 | 交叉分析         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方法一：处理大规模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5720" cy="36576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❌ 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文件 2.8GB，内存溢出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• pd.read_csv() 直接读取失败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45720" cy="36576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6167"/>
                </a:solidFill>
              </a:defRPr>
            </a:pPr>
            <a:r>
              <a:t>✅ 流式处理方案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for chunk in pd.read_csv(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  path, chunksize=10000):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  processed = process(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      chunk)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  accumulate(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      processed)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每次只读1万条，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处理完立即释放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方法二：违约标签构造（关键决策）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🔍 原始数据有10+种状态，需要准确定义违约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已完结状态（保留）: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Fully Paid → 0（不违约）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Charged Off / Default → 1（违约）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❌ 未完结状态（排除）: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Current、Late、In Payment Plan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→ 无法判断最终结果，会导致偏差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📊 结果：从 226万 → 136万已完结样本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样本量减少，但标签质量提高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方法三：多源时间对齐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5720" cy="36576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📅 贷款数据时间格式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原始: 'Dec-2017'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解析: pd.to_datetime(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  issue_d, format='%b-%Y')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提取: year, quarter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覆盖: 2007-Q2 ~ 2018-Q4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共 47 个季度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45720" cy="36576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6167"/>
                </a:solidFill>
              </a:defRPr>
            </a:pPr>
            <a:r>
              <a:t>🔄 宏观数据对齐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FRED 是月度数据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需要转成季度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方法: 取季度最后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一个月的值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代表发放时的</a:t>
            </a:r>
          </a:p>
          <a:p>
            <a:pPr>
              <a:spcAft>
                <a:spcPts val="800"/>
              </a:spcAft>
              <a:defRPr sz="1500">
                <a:solidFill>
                  <a:srgbClr val="343434"/>
                </a:solidFill>
              </a:defRPr>
            </a:pPr>
            <a:r>
              <a:t>宏观环境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方法四：控制变量分析（核心创新）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🤔 问题：贫困州违约率高，是因为那里的人信用分低吗？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💡 解决思路：计算「残差违约率」——剔除其他因素后的剩余变异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📐 分析步骤：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Step 1: 建立利率→违约率的 Logistic 回归模型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Step 2: 预测每个州的「预期违约率」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Step 3: 计算残差 = 实际违约率 - 预期违约率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Step 4: 分析残差与贫困率的相关性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📊 结果：控制利率后，残差与贫困率仍相关 r=0.362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✅ 地区经济有独立于个人特征的解释力！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657600"/>
            <a:ext cx="8074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9E795"/>
                </a:solidFill>
              </a:defRPr>
            </a:pPr>
            <a:r>
              <a:t>Key Findings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发现一：贷款等级强区分违约风险</a:t>
            </a:r>
          </a:p>
        </p:txBody>
      </p:sp>
      <p:pic>
        <p:nvPicPr>
          <p:cNvPr id="5" name="Picture 4" descr="lc_default_rate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47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📈 关键数据：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A 等级：6.57%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G 等级：51.57%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相差 8 倍！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平台风险定价有效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个人特征仍是强因子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等级作为控制变量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发现二：利率与违约率高度相关</a:t>
            </a:r>
          </a:p>
        </p:txBody>
      </p:sp>
      <p:pic>
        <p:nvPicPr>
          <p:cNvPr id="5" name="Picture 4" descr="lc_default_rate_by_interest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47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📈 关键数据：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低利率（&lt;8%）：6.38%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高利率（≥24%）：48.56%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平台定价包含风险判断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高利率贷款违约集中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需控制利率做后续分析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发现三：宏观金融环境与违约率高度相关</a:t>
            </a:r>
          </a:p>
        </p:txBody>
      </p:sp>
      <p:pic>
        <p:nvPicPr>
          <p:cNvPr id="5" name="Picture 4" descr="lc_fred_quarterly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58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📈 关键数据：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季度相关系数：0.844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这是非常高的相关性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⚠️ 诚实说明：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这是相关性，非因果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可能是共同因素导致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💡 意义：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宏观环境值得纳入框架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发现四：地区经济有独立解释力</a:t>
            </a:r>
          </a:p>
        </p:txBody>
      </p:sp>
      <p:pic>
        <p:nvPicPr>
          <p:cNvPr id="5" name="Picture 4" descr="lc_state_default_residual_interest_vs_pov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47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📈 控制变量结果：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原始：r = 0.398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控制利率：r = 0.362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控制FICO：r = 0.459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🎯 核心发现：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即使两个人信用分相同、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利率相同，生活在贫困率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更高的州，违约风险仍高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地区经济有独立解释力！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发现五：组合风险分层识别高风险人群</a:t>
            </a:r>
          </a:p>
        </p:txBody>
      </p:sp>
      <p:pic>
        <p:nvPicPr>
          <p:cNvPr id="5" name="Picture 4" descr="lc_top_risk_grade_purpose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458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🎯 最高风险组合：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G × debt_consolidation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违约率：52.99%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💡 实际意义：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每两笔就有一笔违约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可直接用于风控</a:t>
            </a:r>
          </a:p>
          <a:p>
            <a:pPr>
              <a:spcAft>
                <a:spcPts val="1200"/>
              </a:spcAft>
              <a:defRPr sz="1600">
                <a:solidFill>
                  <a:srgbClr val="343434"/>
                </a:solidFill>
              </a:defRPr>
            </a:pPr>
            <a:r>
              <a:t>   • 组合 &gt; 单一变量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646E9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8074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项目进度与后续计划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项目时间线与当前进度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已完成（4/20 - 5/20）：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开题与问题定义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项目仓库搭建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Lending Club 数据分析（226万条）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FRED/ERS 数据融合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风险分层分析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Home Credit 数据下载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🔄 进行中（5/21 - 5/27）：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控制变量建模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⏳ 计划中（5/27 - 6/17）：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最终可视化与结论提炼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• PPT/报告/视频打磨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📍 当前节点：2026年5月20日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风险与备选方案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1887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备选方案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Home Credit授权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数据缺失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已有LC+FRED+ERS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✅解决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相关性≠因果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解释有限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控制变量模型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🔄进行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时间紧张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建模简化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保多源分析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📋备用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变量提升不显著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结论弱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强调方法论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3434"/>
                          </a:solidFill>
                        </a:defRPr>
                      </a:pPr>
                      <a:r>
                        <a:t>📋备用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761"/>
                </a:solidFill>
              </a:defRPr>
            </a:pPr>
            <a:r>
              <a:t>总结：核心发现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发现一：贷款等级是强风险分层工具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A→G 相差 8 倍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发现二：宏观环境与违约率高度相关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相关系数 0.844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发现三：地区经济有独立解释力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控制结构后仍相关 0.362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✅ 发现四：多源融合精确识别高风险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G×debt_consolidation 违约率 52.99%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🎯 核心贡献：完成个人-地区-宏观三层分析</a:t>
            </a:r>
          </a:p>
          <a:p>
            <a:pPr>
              <a:spcAft>
                <a:spcPts val="1000"/>
              </a:spcAft>
              <a:defRPr sz="1700">
                <a:solidFill>
                  <a:srgbClr val="343434"/>
                </a:solidFill>
              </a:defRPr>
            </a:pPr>
            <a:r>
              <a:t>   证明违约风险不只是个人问题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9E795"/>
                </a:solidFill>
              </a:defRPr>
            </a:pPr>
            <a:r>
              <a:t>感谢聆听 | Thank You</a:t>
            </a:r>
          </a:p>
          <a:p>
            <a:r>
              <a:t>GitHub: github.com/Epiphanythu/ai-data-foundation-project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